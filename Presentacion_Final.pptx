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F5F8B">
              <a:alpha val="40000"/>
            </a:srgbClr>
          </a:solidFill>
          <a:ln w="12700">
            <a:solidFill>
              <a:srgbClr val="1F5F8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F5F8B">
              <a:alpha val="30000"/>
            </a:srgbClr>
          </a:solidFill>
          <a:ln w="12700">
            <a:solidFill>
              <a:srgbClr val="1F5F8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Trompetas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y Ventas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2743200" cy="54864"/>
          </a:xfrm>
          <a:prstGeom prst="rect">
            <a:avLst/>
          </a:prstGeom>
          <a:solidFill>
            <a:srgbClr val="A8D08D"/>
          </a:solidFill>
          <a:ln w="12700">
            <a:solidFill>
              <a:srgbClr val="A8D0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D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Desarrollos Hezbollah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Casas  |  Hanner Obando  |  Juan Zapata  |  Juan Blandón  |  Eduar Jiménez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Caldas  •  Sistemas Empresariales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Problema Identificado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 e Ineficiente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discoteca controla su inventario con anotaciones físicas y registros informales, generando: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93776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762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Errores críticos — en el conteo de existencias de inventario.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16352"/>
            <a:ext cx="493776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8895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Pérdidas económicas — por falta de trazabilidad en ventas.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529584"/>
            <a:ext cx="493776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6027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información — para tomar decisiones de compra a tiempo.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251960"/>
            <a:ext cx="493776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315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 que no se mide, no se puede controlar."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097280"/>
            <a:ext cx="3291840" cy="292608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3716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🍹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5577840" y="2651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Discoteca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Trompetas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4114800"/>
            <a:ext cx="329184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100% manual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2011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5F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Errores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inventario vs. proceso manual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201168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173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38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918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registro de ventas en barra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743200" cy="201168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2F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Automáticos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 turno sin intervención manual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del ciclo de vida del producto: desde la recepción del proveedor hasta la venta final al cliente.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Alcance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INCLUYE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control de stock en tiempo real.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POS táctil para ventas ágiles en barra.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usuarios: Admin, Cajero, Bartender.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 diarios automáticos.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mínimo en tiempo real.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 con sincronización automática.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155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EXCLUYE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sistemas contables externos.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pagos con tarjeta (solo registro).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nómina o recursos humanos.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mesa en línea.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Requerimientos Funcionales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0058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051560"/>
            <a:ext cx="48463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051560"/>
            <a:ext cx="11887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1051560"/>
            <a:ext cx="14630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698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06984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0698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2360" y="10698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8641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5179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15179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Catálogo de productos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109728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52360" y="15179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8641080" cy="475488"/>
          </a:xfrm>
          <a:prstGeom prst="rect">
            <a:avLst/>
          </a:prstGeom>
          <a:solidFill>
            <a:srgbClr val="D6E4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665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20665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Venta POS en barra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2103120"/>
            <a:ext cx="10972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1031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206654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Bartender/Cajero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560320"/>
            <a:ext cx="8641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6151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26151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automática de stock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2651760"/>
            <a:ext cx="10972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651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52360" y="26151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108960"/>
            <a:ext cx="8641080" cy="475488"/>
          </a:xfrm>
          <a:prstGeom prst="rect">
            <a:avLst/>
          </a:prstGeom>
          <a:solidFill>
            <a:srgbClr val="D6E4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1638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25880" y="31638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 Diarios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3200400"/>
            <a:ext cx="1097280" cy="292608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200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52360" y="316382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Admin/Dueño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657600"/>
            <a:ext cx="8641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71246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37124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mínimo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3749040"/>
            <a:ext cx="109728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749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52360" y="371246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206240"/>
            <a:ext cx="8641080" cy="475488"/>
          </a:xfrm>
          <a:prstGeom prst="rect">
            <a:avLst/>
          </a:prstGeom>
          <a:solidFill>
            <a:srgbClr val="D6E4F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2611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325880" y="42611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roles (RBAC)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63640" y="4297680"/>
            <a:ext cx="109728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4297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52360" y="42611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Requerimientos No Funcionales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12435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venta &lt; 2s. Dashboard carga &lt; 3s bajo carga normal.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85953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194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51560" y="21579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obligatoria. RBAC: Bartender sin acceso a costos.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85953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108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51560" y="30723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3832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táctil, botones &gt;= 44px. Flujo de venta en &lt;= 3 pasos.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859536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4023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51560" y="39867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2976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99.9% en horario nocturno. Modo offline con Service Workers.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F5F8B">
              <a:alpha val="35000"/>
            </a:srgbClr>
          </a:solidFill>
          <a:ln w="12700">
            <a:solidFill>
              <a:srgbClr val="1F5F8B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1F5F8B">
              <a:alpha val="30000"/>
            </a:srgbClr>
          </a:solidFill>
          <a:ln w="12700">
            <a:solidFill>
              <a:srgbClr val="1F5F8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Propuesta Técnica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A8D08D"/>
          </a:solidFill>
          <a:ln w="12700">
            <a:solidFill>
              <a:srgbClr val="A8D0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y Modelo C4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1: Contexto (C1)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sistema como caja negra y su relación con actores externos en la discoteca.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central interactúa con el Staff (ventas), el Administrador (gestión) y sistemas externos como impresoras térmicas para tickets físicos.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005840"/>
            <a:ext cx="3657600" cy="347472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0" y="1143000"/>
            <a:ext cx="502920" cy="5029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57800" y="166420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731520" cy="0"/>
          </a:xfrm>
          <a:prstGeom prst="line">
            <a:avLst/>
          </a:prstGeom>
          <a:noFill/>
          <a:ln w="19050">
            <a:solidFill>
              <a:srgbClr val="1F5F8B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6583680" y="1188720"/>
            <a:ext cx="1645920" cy="128016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325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SGIV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Trompetas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965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Node.js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MySQL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52160" y="2103120"/>
            <a:ext cx="731520" cy="0"/>
          </a:xfrm>
          <a:prstGeom prst="line">
            <a:avLst/>
          </a:prstGeom>
          <a:noFill/>
          <a:ln w="19050">
            <a:solidFill>
              <a:srgbClr val="1F5F8B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5303520" y="1874520"/>
            <a:ext cx="502920" cy="502920"/>
          </a:xfrm>
          <a:prstGeom prst="ellipse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0368" y="2395728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Bartender/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79792" y="2487168"/>
            <a:ext cx="0" cy="548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6858000" y="3063240"/>
            <a:ext cx="1280160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0906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 Impresora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Térmica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2487168"/>
            <a:ext cx="-548640" cy="548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5303520" y="3063240"/>
            <a:ext cx="128016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30906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Alertas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384048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61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Angular 17 (PWA)  |  Node.js 20 + Express  |  MySQL 8.0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2: Contenedores (C2)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6459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(Frontend)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táctil POS y dashboard admin. Service Workers para modo offline.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13716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+ PWA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5236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:443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0" cy="1828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2219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77440"/>
            <a:ext cx="164592" cy="105156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Application (Backend)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852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negocio, JWT, RBAC y transacciones atómicas.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514600"/>
            <a:ext cx="1371600" cy="32004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+ Express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52360" y="2514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:3000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3429000"/>
            <a:ext cx="0" cy="1828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4564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SQL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11880"/>
            <a:ext cx="16459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03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4087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con integridad ACID. Tablas: Productos, Ventas, Usuarios.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749040"/>
            <a:ext cx="13716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5236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:3306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Riesgos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640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6984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1051560"/>
            <a:ext cx="2926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06984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051560"/>
            <a:ext cx="411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06984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051560"/>
            <a:ext cx="411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06984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10058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698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051560"/>
            <a:ext cx="29260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06984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85496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15544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cambio del personal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1554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1554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572768"/>
            <a:ext cx="9144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57276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97880" y="15544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temprana + UI simplificada.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121408"/>
            <a:ext cx="8549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2128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221284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conectividad en operación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221284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221284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2231136"/>
            <a:ext cx="9144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23113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22128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Workers + modo offline (ADR-04).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779776"/>
            <a:ext cx="85496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8712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287121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en inventario inicial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28712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89120" y="287121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2889504"/>
            <a:ext cx="9144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8895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287121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física 24h antes del Go-Live.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438144"/>
            <a:ext cx="8549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5295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0120" y="352958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de hardware por líquidos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35295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389120" y="35295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92040" y="3547872"/>
            <a:ext cx="9144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54787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97880" y="35295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Protectores industriales + equipo respaldo.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096512"/>
            <a:ext cx="85496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187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60120" y="41879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en base de datos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931920" y="41879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389120" y="41879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892040" y="4206240"/>
            <a:ext cx="9144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42062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897880" y="41879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índices (resuelto 26/05).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88920" cy="182880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✅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automatización elimina el factor humano en errores de inventario, asegurando datos reales y trazables en cada transacción.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788920" cy="18288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173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📈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ahora posee métricas claras sobre qué productos generan mayor rentabilidad, habilitando decisiones de compra informadas.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27889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⚙️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C4 N-Tier permite añadir módulos futuros (pagos bancarios, fidelización) sin rediseñar el sistema desde cero.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Lecciones Aprendidas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83464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83464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Calidad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integración detectaron el único defecto real (latencia de BD). Las unitarias solas no lo habrían encontrado.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267712"/>
            <a:ext cx="2651760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Incluir pruebas de integración Backend ↔ BD desde el inicio, no solo al final.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83464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2834640" cy="16459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98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Requerimientos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6276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de aceptación medibles desde el inicio facilitaron enormemente la validación de cada funcionalidad.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2267712"/>
            <a:ext cx="2651760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Definir criterios en formato 'dado X, cuando Y, entonces Z' para mayor precisión.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83464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97280"/>
            <a:ext cx="283464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98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Arquitectura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62763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los ADR desde el inicio evitó discusiones sobre decisiones técnicas ya tomadas.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2267712"/>
            <a:ext cx="2651760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Crear al menos un ADR por cada decisión de tecnología clave, con alternativas descartadas.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91640" y="2971800"/>
            <a:ext cx="283464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91640" y="2971800"/>
            <a:ext cx="2834640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3172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Gestión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83080" y="35021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de riesgos actualizado diariamente permitió anticipar el problema de latencia antes del Go-Live.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783080" y="4142232"/>
            <a:ext cx="2651760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4160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Actualizar el registro de riesgos cada 2 días en proyectos de corta duración.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2971800"/>
            <a:ext cx="283464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971800"/>
            <a:ext cx="2834640" cy="164592"/>
          </a:xfrm>
          <a:prstGeom prst="rect">
            <a:avLst/>
          </a:prstGeom>
          <a:solidFill>
            <a:srgbClr val="538135"/>
          </a:solidFill>
          <a:ln w="12700">
            <a:solidFill>
              <a:srgbClr val="5381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172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8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Usabilidad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35021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Involucrar al personal de barra en las pruebas UAT redujo la resistencia al cambio identificada como riesgo R01.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4142232"/>
            <a:ext cx="2651760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160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Incluir al menos una ronda de pruebas UAT con usuarios reales antes del cierre.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F5F8B">
              <a:alpha val="35000"/>
            </a:srgbClr>
          </a:solidFill>
          <a:ln w="12700">
            <a:solidFill>
              <a:srgbClr val="1F5F8B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1F5F8B">
              <a:alpha val="30000"/>
            </a:srgbClr>
          </a:solidFill>
          <a:ln w="12700">
            <a:solidFill>
              <a:srgbClr val="1F5F8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¿Preguntas?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54864"/>
          </a:xfrm>
          <a:prstGeom prst="rect">
            <a:avLst/>
          </a:prstGeom>
          <a:solidFill>
            <a:srgbClr val="A8D08D"/>
          </a:solidFill>
          <a:ln w="12700">
            <a:solidFill>
              <a:srgbClr val="A8D0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71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 por su atención!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D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Desarrollos Hezbollah  —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 Trompetas - SGIV</dc:title>
  <dc:subject>PptxGenJS Presentation</dc:subject>
  <dc:creator>PptxGenJS</dc:creator>
  <cp:lastModifiedBy>PptxGenJS</cp:lastModifiedBy>
  <cp:revision>1</cp:revision>
  <dcterms:created xsi:type="dcterms:W3CDTF">2026-05-28T18:55:16Z</dcterms:created>
  <dcterms:modified xsi:type="dcterms:W3CDTF">2026-05-28T18:55:16Z</dcterms:modified>
</cp:coreProperties>
</file>